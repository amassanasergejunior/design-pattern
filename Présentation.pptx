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0C6C8-4FB4-AE29-7221-A8772B411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0554FF5-88F6-60A9-8372-00591C3C0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430E18-088A-49B8-E1DA-8D54F85E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754C4A-53C3-187D-7F76-5B9A9335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FA6BB4-04AD-7166-B89E-0E95874E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35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CFFE01-866E-9A71-0F1E-1C48B47F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93D0AD-49D5-ED7D-7384-3FCC37AAC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AB2460-E1CF-2036-AC66-4945A62F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9EE427-9868-1204-176D-206C143A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D7AD20-BA63-F51D-A072-D20E3657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25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3514D-592B-CA6F-116A-E9C4A9B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B9C42B-9C28-E452-60DF-C31708B5D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C98660-3F2C-45A1-9BDE-DA926F53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C94DE6-A118-95DC-6038-76BBCE16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ACD3B7-C349-69A1-8A48-6F3B1A96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1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D9730-9CCF-F33C-A75C-F4ED4B1D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365A6-23E2-231B-C6FD-2EC54D977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7764B4-B49F-35DD-9AC6-90D1491D3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502E21-1C03-E9DD-8900-125D458C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CAEE09-88C3-2992-D798-CB00A49B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A18BD1-933D-22EE-4790-81052E3C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41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C4DE3-C294-F16F-3B74-912C5010B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2D50F8-72AA-9F85-1F4C-83966F568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40A4ED-59E3-4395-6B69-F72527953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C64716D-381A-FCFB-4A87-3378290F5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00EA15-0BA0-95FF-5C5C-98F55B379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FAD759-34C6-CC36-DB4D-F742CB8F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4210F6B-ABA5-1210-B510-85CBBD43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BCD00B8-5CED-F370-09DF-54335F78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405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DB5DD7-18EE-F3B4-ECBC-D2ADB53F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76124C3-3F05-94E3-C669-2169F47F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805C2F-94E9-0D82-C032-F09FFF42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BBAF3F-3AB2-17D1-BF2E-116096C1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54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7972750-7BDC-3DAB-01B6-784AEE0D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142C129-E169-7DC3-8A0C-EC4018BF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B6B19D-AA66-31E7-1216-284B09BD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5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61E9C-15F2-5C28-6D70-4915551C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C83325-9B05-B19F-DF21-5B9CB3E64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231AED-E93B-7355-53CA-5F653C503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C4E9BD-1981-1FCC-8D28-2B1499B9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94328F-2162-0B28-55ED-6079BEF4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3076C6-0110-9407-6D85-0E264710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33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46EEA-29AA-03A0-E085-9BEDAFFD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CD7FC91-FC78-4496-B042-048F60170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DA675C-219D-4E40-70CF-8C0CE3999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981876-2F5A-2AEA-6A3D-D12505A6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2A4635-C3F3-996A-934F-3BFE4FC6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D575C0-AB4F-8CF0-9836-E9A59340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83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9BDF6-AA46-9092-ABDF-8F75FD26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85015E-2464-5EAB-D5C1-F78878030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60C3E1-C111-2669-1932-9E849C07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C9A841-1D87-A60E-BDE8-697D86D1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80F9EA-4FDC-BE33-9150-E07D19A5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93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23740C3-E79B-CF94-851D-2698D746F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B249857-765C-F77F-C627-1676F57E1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997717-D0E7-EC61-0AE7-4C71A9E7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22DBDA-72C8-16DF-7460-983FE77B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23B359-BB60-C648-BD14-8417A2B5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04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16E385-E171-B7B3-25D4-C686CFB2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2AF8F1-DFC5-EB1D-E587-1358A7EC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7232C8-4143-52D9-8E2A-0CD88846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B1C4E-FDBD-44E4-A551-09383766DF6D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2DFD3F-3FB4-CFF8-68E8-C1797EEAD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608AF6-5E4A-3CA5-5399-C368E0636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4D4B9-4D11-4208-8007-988F7361D4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59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B171755-A90E-369D-DBD4-41DA746A0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594" y="2395394"/>
            <a:ext cx="8486775" cy="2990850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C57E8F0-EA22-D46E-8FCB-46EBF1829CE0}"/>
              </a:ext>
            </a:extLst>
          </p:cNvPr>
          <p:cNvSpPr txBox="1">
            <a:spLocks/>
          </p:cNvSpPr>
          <p:nvPr/>
        </p:nvSpPr>
        <p:spPr>
          <a:xfrm>
            <a:off x="5037282" y="1115939"/>
            <a:ext cx="2117436" cy="7116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figure1</a:t>
            </a:r>
          </a:p>
        </p:txBody>
      </p:sp>
    </p:spTree>
    <p:extLst>
      <p:ext uri="{BB962C8B-B14F-4D97-AF65-F5344CB8AC3E}">
        <p14:creationId xmlns:p14="http://schemas.microsoft.com/office/powerpoint/2010/main" val="20358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DD117C-C5D9-C742-34D3-A0071C74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281" y="1005464"/>
            <a:ext cx="2117436" cy="711633"/>
          </a:xfrm>
        </p:spPr>
        <p:txBody>
          <a:bodyPr/>
          <a:lstStyle/>
          <a:p>
            <a:r>
              <a:rPr lang="fr-FR" dirty="0"/>
              <a:t>figure2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454031A-C3DF-9D39-CFF1-2AC5E54F7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2" y="2505869"/>
            <a:ext cx="8486775" cy="2990850"/>
          </a:xfrm>
        </p:spPr>
      </p:pic>
    </p:spTree>
    <p:extLst>
      <p:ext uri="{BB962C8B-B14F-4D97-AF65-F5344CB8AC3E}">
        <p14:creationId xmlns:p14="http://schemas.microsoft.com/office/powerpoint/2010/main" val="4709181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figure2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Amassana serge</dc:creator>
  <cp:lastModifiedBy>Amassana serge</cp:lastModifiedBy>
  <cp:revision>1</cp:revision>
  <dcterms:created xsi:type="dcterms:W3CDTF">2025-11-30T17:49:56Z</dcterms:created>
  <dcterms:modified xsi:type="dcterms:W3CDTF">2025-11-30T17:50:05Z</dcterms:modified>
</cp:coreProperties>
</file>